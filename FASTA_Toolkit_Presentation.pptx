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640080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11018520" y="1143000"/>
            <a:ext cx="274320" cy="274320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1645920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11018520" y="2148840"/>
            <a:ext cx="274320" cy="274320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6" name="Shape 4"/>
          <p:cNvSpPr/>
          <p:nvPr/>
        </p:nvSpPr>
        <p:spPr>
          <a:xfrm>
            <a:off x="10607040" y="2651760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Shape 5"/>
          <p:cNvSpPr/>
          <p:nvPr/>
        </p:nvSpPr>
        <p:spPr>
          <a:xfrm>
            <a:off x="11018520" y="3154680"/>
            <a:ext cx="274320" cy="274320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331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FASTA-TOOLKIT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788920"/>
            <a:ext cx="9418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DNA Sequence Analysis from Multi-FASTA Files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731520" y="379476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9D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genomic records, detecting open reading frames, and finding repeated motifs in DNA sequences.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Asad Usman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41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Genomic data arrives as raw text — extracting meaning requires code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12080" cy="4297680"/>
          </a:xfrm>
          <a:prstGeom prst="roundRect">
            <a:avLst>
              <a:gd name="adj" fmla="val 1702"/>
            </a:avLst>
          </a:prstGeom>
          <a:solidFill>
            <a:srgbClr val="1C2B2A"/>
          </a:solidFill>
          <a:ln/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745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multi-FASTA file looks like this: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&gt;sequence1 example record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ATGCCCTAG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&gt;sequence2 another record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ATGAAAAAA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977640"/>
            <a:ext cx="4663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 start with '&gt;' followed immediately by an identifier. Sequence data wraps across many lines and must be reassembled.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26480" y="169164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0FAF9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55080" y="192024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635508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040880" y="1856232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records — and how long is each sequence?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26480" y="315468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0FAF9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55080" y="338328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040880" y="3319272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are the protein-coding regions (ORFs) in a given reading frame?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26480" y="461772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0FAF9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55080" y="484632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4846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040880" y="4782312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short DNA motifs repeat, and how often?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41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 — Parsing the FASTA File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record is read line by line. Header lines (starting with '&gt;') begin a new entry; all following lines are sequence data, concatenated until the next header.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2468880"/>
            <a:ext cx="3246120" cy="2377440"/>
          </a:xfrm>
          <a:prstGeom prst="roundRect">
            <a:avLst>
              <a:gd name="adj" fmla="val 3846"/>
            </a:avLst>
          </a:prstGeom>
          <a:solidFill>
            <a:srgbClr val="F0FAF9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74320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41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FASTA file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3383280"/>
            <a:ext cx="2788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 + wrapped sequence lines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032504" y="3493008"/>
            <a:ext cx="384048" cy="329184"/>
          </a:xfrm>
          <a:prstGeom prst="rightArrow">
            <a:avLst/>
          </a:prstGeom>
          <a:solidFill>
            <a:srgbClr val="5EEAD4"/>
          </a:solidFill>
          <a:ln/>
        </p:spPr>
      </p:sp>
      <p:sp>
        <p:nvSpPr>
          <p:cNvPr id="8" name="Shape 6"/>
          <p:cNvSpPr/>
          <p:nvPr/>
        </p:nvSpPr>
        <p:spPr>
          <a:xfrm>
            <a:off x="4480560" y="2468880"/>
            <a:ext cx="3246120" cy="2377440"/>
          </a:xfrm>
          <a:prstGeom prst="roundRect">
            <a:avLst>
              <a:gd name="adj" fmla="val 3846"/>
            </a:avLst>
          </a:prstGeom>
          <a:solidFill>
            <a:srgbClr val="0D9488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9160" y="274320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Parsed dictionary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09160" y="3383280"/>
            <a:ext cx="2788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identifier : full sequence }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81544" y="3493008"/>
            <a:ext cx="384048" cy="329184"/>
          </a:xfrm>
          <a:prstGeom prst="rightArrow">
            <a:avLst/>
          </a:prstGeom>
          <a:solidFill>
            <a:srgbClr val="5EEAD4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0" y="2468880"/>
            <a:ext cx="3246120" cy="2377440"/>
          </a:xfrm>
          <a:prstGeom prst="roundRect">
            <a:avLst>
              <a:gd name="adj" fmla="val 3846"/>
            </a:avLst>
          </a:prstGeom>
          <a:solidFill>
            <a:srgbClr val="F0FAF9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58200" y="274320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41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for analysis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458200" y="3383280"/>
            <a:ext cx="2788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Lengths, ORFs, repeats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5212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real-world quirks automatically: multi-line wrapped sequences, blank lines, Windows (\r\n) line endings, lowercase bases, and missing trailing newlines.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41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Sequence Length 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 dna_example.fasta — 25 records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383280" cy="1737360"/>
          </a:xfrm>
          <a:prstGeom prst="roundRect">
            <a:avLst>
              <a:gd name="adj" fmla="val 5263"/>
            </a:avLst>
          </a:prstGeom>
          <a:solidFill>
            <a:srgbClr val="F0FAF9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82880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97680" y="1691640"/>
            <a:ext cx="3383280" cy="1737360"/>
          </a:xfrm>
          <a:prstGeom prst="roundRect">
            <a:avLst>
              <a:gd name="adj" fmla="val 5263"/>
            </a:avLst>
          </a:prstGeom>
          <a:solidFill>
            <a:srgbClr val="F0FAF9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97680" y="182880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4,805 bp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297680" y="26974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Longest sequence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55280" y="1691640"/>
            <a:ext cx="3383280" cy="1737360"/>
          </a:xfrm>
          <a:prstGeom prst="roundRect">
            <a:avLst>
              <a:gd name="adj" fmla="val 5263"/>
            </a:avLst>
          </a:prstGeom>
          <a:solidFill>
            <a:srgbClr val="F0FAF9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955280" y="182880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512 bp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7955280" y="26974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 sequence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Longest and shortest are detected with explicit tie handling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42062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Longest:  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gi|142022655|gb|EQ086233.1|323  (4,805 bp)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Shortest:  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gi|142022655|gb|EQ086233.1|521  (512 bp)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53035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multiple sequences tie for longest or shortest, all matching identifiers are reported — not just the first found.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341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 — Finding Open Reading Frames (ORFs)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ORF starts at a start codon (ATG) and ends at the next in-frame stop codon (TAA, TAG, or TGA) — the stretch that could encode a protein.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188720" y="210312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210312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ATG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05840" y="31089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codon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880360" y="210312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94A3B8"/>
          </a:solidFill>
          <a:ln/>
        </p:spPr>
      </p:sp>
      <p:sp>
        <p:nvSpPr>
          <p:cNvPr id="8" name="Text 6"/>
          <p:cNvSpPr/>
          <p:nvPr/>
        </p:nvSpPr>
        <p:spPr>
          <a:xfrm>
            <a:off x="2880360" y="210312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CCC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697480" y="31089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 for protein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210312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10312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389120" y="31089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codon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88720" y="361188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ATGCCCTAG  →  ORF of length 9, starting at position 1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498080" y="2103120"/>
            <a:ext cx="4023360" cy="3657600"/>
          </a:xfrm>
          <a:prstGeom prst="roundRect">
            <a:avLst>
              <a:gd name="adj" fmla="val 2000"/>
            </a:avLst>
          </a:prstGeom>
          <a:solidFill>
            <a:srgbClr val="1C2B2A"/>
          </a:solidFill>
          <a:ln/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72400" y="2286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rules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0" y="2743200"/>
            <a:ext cx="34747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2E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frame (1, 2, or 3) sets where codon-splitting begins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2E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ATG with no in-frame stop before sequence end is NOT a valid ORF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2E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Scanning resumes right after a closed ORF, so multiple ORFs per sequence are all found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2E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is reported 1-indexed (first character = position 1)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5120640"/>
            <a:ext cx="6400800" cy="1234440"/>
          </a:xfrm>
          <a:prstGeom prst="roundRect">
            <a:avLst>
              <a:gd name="adj" fmla="val 5926"/>
            </a:avLst>
          </a:prstGeom>
          <a:solidFill>
            <a:srgbClr val="F0FAF9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5257800"/>
            <a:ext cx="5852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Longest ORF in dna_example.fasta (frame 1): 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1,686 bp, starting at position 2,824, in sequence EQ086233.1|323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41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 — Finding Repeated Motifs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repeat is any substring of a fixed length n that occurs more than once. Overlapping occurrences are allowed and counted.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solidFill>
            <a:srgbClr val="F8FAFA"/>
          </a:solidFill>
          <a:ln w="12700">
            <a:solidFill>
              <a:srgbClr val="CBD5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325880" y="1828800"/>
            <a:ext cx="502920" cy="502920"/>
          </a:xfrm>
          <a:prstGeom prst="rect">
            <a:avLst/>
          </a:prstGeom>
          <a:solidFill>
            <a:srgbClr val="F8FAFA"/>
          </a:solidFill>
          <a:ln w="12700">
            <a:solidFill>
              <a:srgbClr val="CBD5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828800" y="1828800"/>
            <a:ext cx="502920" cy="502920"/>
          </a:xfrm>
          <a:prstGeom prst="rect">
            <a:avLst/>
          </a:prstGeom>
          <a:solidFill>
            <a:srgbClr val="F8FAFA"/>
          </a:solidFill>
          <a:ln w="12700">
            <a:solidFill>
              <a:srgbClr val="CBD5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331720" y="1828800"/>
            <a:ext cx="502920" cy="502920"/>
          </a:xfrm>
          <a:prstGeom prst="rect">
            <a:avLst/>
          </a:prstGeom>
          <a:solidFill>
            <a:srgbClr val="F8FAFA"/>
          </a:solidFill>
          <a:ln w="12700">
            <a:solidFill>
              <a:srgbClr val="CBD5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3172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834640" y="1828800"/>
            <a:ext cx="502920" cy="502920"/>
          </a:xfrm>
          <a:prstGeom prst="rect">
            <a:avLst/>
          </a:prstGeom>
          <a:solidFill>
            <a:srgbClr val="F8FAFA"/>
          </a:solidFill>
          <a:ln w="12700">
            <a:solidFill>
              <a:srgbClr val="CBD5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3464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86384" y="1719072"/>
            <a:ext cx="1581912" cy="228600"/>
          </a:xfrm>
          <a:prstGeom prst="roundRect">
            <a:avLst>
              <a:gd name="adj" fmla="val 12000"/>
            </a:avLst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14447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#1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792224" y="2395728"/>
            <a:ext cx="1581912" cy="228600"/>
          </a:xfrm>
          <a:prstGeom prst="roundRect">
            <a:avLst>
              <a:gd name="adj" fmla="val 12000"/>
            </a:avLst>
          </a:prstGeom>
          <a:solidFill>
            <a:srgbClr val="5EEAD4"/>
          </a:solidFill>
          <a:ln/>
        </p:spPr>
      </p:sp>
      <p:sp>
        <p:nvSpPr>
          <p:cNvPr id="17" name="Text 15"/>
          <p:cNvSpPr/>
          <p:nvPr/>
        </p:nvSpPr>
        <p:spPr>
          <a:xfrm>
            <a:off x="1737360" y="2743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#2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33832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"ACA" appears twice in "ACACA" — at position 1 and position 3 (overlapping)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035040" y="1783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forward-strand 3-mers — dna_example.fasta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2194560"/>
          <a:ext cx="5486400" cy="1920240"/>
        </p:xfrm>
        <a:graphic>
          <a:graphicData uri="http://schemas.openxmlformats.org/drawingml/2006/table">
            <a:tbl>
              <a:tblPr/>
              <a:tblGrid>
                <a:gridCol w="3200400"/>
                <a:gridCol w="228600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CGC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CGG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CGA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2,054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A"/>
                    </a:solidFill>
                  </a:tcPr>
                </a:tc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640080" y="443484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0FAF9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914400" y="452628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frequent 3-mer (forward strand): 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GCG — 2,920 occurrences across all 25 sequences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40080" y="5623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computed: reverse-complement strand and combined forward+reverse totals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It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9D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Command-line tool, no setup beyond Python 3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16292A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7373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 python3 fasta_analysis.py dna_example.fasta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77240" y="301752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29260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8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reading frame 1, 2, or 3 when asked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77240" y="388620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25880" y="37947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8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 sequence identifier to look up its longest ORF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77240" y="475488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754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25880" y="46634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8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 repeat length (n) to scan for repeated motifs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" y="5852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B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any valid multi-FASTA file — handles wrapped lines, blank lines, and mixed line endings.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" y="1143000"/>
            <a:ext cx="274320" cy="274320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645920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2148840"/>
            <a:ext cx="274320" cy="274320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651760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Shape 5"/>
          <p:cNvSpPr/>
          <p:nvPr/>
        </p:nvSpPr>
        <p:spPr>
          <a:xfrm>
            <a:off x="1051560" y="3154680"/>
            <a:ext cx="274320" cy="274320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0" y="22860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828800" y="3200400"/>
            <a:ext cx="8686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BD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unit tests for the parser and ORF finder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BD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repeat analysis to support multiple reading frames at once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BD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as a pip-installable CLI tool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828800" y="5852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github.com/asadusman/fasta-toolkit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FASTA DNA Sequence Analyzer</dc:title>
  <dc:subject>PptxGenJS Presentation</dc:subject>
  <dc:creator>Asad Usman</dc:creator>
  <cp:lastModifiedBy>Asad Usman</cp:lastModifiedBy>
  <cp:revision>1</cp:revision>
  <dcterms:created xsi:type="dcterms:W3CDTF">2026-06-24T18:47:39Z</dcterms:created>
  <dcterms:modified xsi:type="dcterms:W3CDTF">2026-06-24T18:47:39Z</dcterms:modified>
</cp:coreProperties>
</file>